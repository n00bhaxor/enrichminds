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Trade Gothic Next Cond" panose="020B05060403030200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EB614-46A6-BF67-F651-1825EFE49F6B}" v="2" dt="2025-10-27T14:38:08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Frank" userId="S::joshua.frank@realmone.com::28c5a69e-bedf-4cc2-8144-6a46d2e4dd3d" providerId="AD" clId="Web-{2F72C667-F1DF-0D04-534E-E3A3E8325396}"/>
    <pc:docChg chg="mod modSld sldOrd addMainMaster delMainMaster">
      <pc:chgData name="Joshua Frank" userId="S::joshua.frank@realmone.com::28c5a69e-bedf-4cc2-8144-6a46d2e4dd3d" providerId="AD" clId="Web-{2F72C667-F1DF-0D04-534E-E3A3E8325396}" dt="2025-10-23T21:03:48.890" v="369" actId="20577"/>
      <pc:docMkLst>
        <pc:docMk/>
      </pc:docMkLst>
      <pc:sldChg chg="modSp mod modClrScheme chgLayout">
        <pc:chgData name="Joshua Frank" userId="S::joshua.frank@realmone.com::28c5a69e-bedf-4cc2-8144-6a46d2e4dd3d" providerId="AD" clId="Web-{2F72C667-F1DF-0D04-534E-E3A3E8325396}" dt="2025-10-23T19:28:08.719" v="14"/>
        <pc:sldMkLst>
          <pc:docMk/>
          <pc:sldMk cId="0" sldId="256"/>
        </pc:sldMkLst>
        <pc:spChg chg="mod ord">
          <ac:chgData name="Joshua Frank" userId="S::joshua.frank@realmone.com::28c5a69e-bedf-4cc2-8144-6a46d2e4dd3d" providerId="AD" clId="Web-{2F72C667-F1DF-0D04-534E-E3A3E8325396}" dt="2025-10-23T19:28:08.719" v="14"/>
          <ac:spMkLst>
            <pc:docMk/>
            <pc:sldMk cId="0" sldId="256"/>
            <ac:spMk id="54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19:31:30.938" v="43" actId="1076"/>
        <pc:sldMkLst>
          <pc:docMk/>
          <pc:sldMk cId="0" sldId="257"/>
        </pc:sldMkLst>
        <pc:spChg chg="mod ord">
          <ac:chgData name="Joshua Frank" userId="S::joshua.frank@realmone.com::28c5a69e-bedf-4cc2-8144-6a46d2e4dd3d" providerId="AD" clId="Web-{2F72C667-F1DF-0D04-534E-E3A3E8325396}" dt="2025-10-23T19:28:08.719" v="14"/>
          <ac:spMkLst>
            <pc:docMk/>
            <pc:sldMk cId="0" sldId="257"/>
            <ac:spMk id="59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1:13" v="36"/>
          <ac:spMkLst>
            <pc:docMk/>
            <pc:sldMk cId="0" sldId="257"/>
            <ac:spMk id="60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1:18.828" v="40"/>
          <ac:spMkLst>
            <pc:docMk/>
            <pc:sldMk cId="0" sldId="257"/>
            <ac:spMk id="61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1:30.938" v="43" actId="1076"/>
          <ac:spMkLst>
            <pc:docMk/>
            <pc:sldMk cId="0" sldId="257"/>
            <ac:spMk id="62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19:30:27.297" v="33" actId="1076"/>
        <pc:sldMkLst>
          <pc:docMk/>
          <pc:sldMk cId="0" sldId="258"/>
        </pc:sldMkLst>
        <pc:spChg chg="mod ord">
          <ac:chgData name="Joshua Frank" userId="S::joshua.frank@realmone.com::28c5a69e-bedf-4cc2-8144-6a46d2e4dd3d" providerId="AD" clId="Web-{2F72C667-F1DF-0D04-534E-E3A3E8325396}" dt="2025-10-23T19:28:08.719" v="14"/>
          <ac:spMkLst>
            <pc:docMk/>
            <pc:sldMk cId="0" sldId="258"/>
            <ac:spMk id="67" creationId="{00000000-0000-0000-0000-000000000000}"/>
          </ac:spMkLst>
        </pc:spChg>
        <pc:spChg chg="mod ord">
          <ac:chgData name="Joshua Frank" userId="S::joshua.frank@realmone.com::28c5a69e-bedf-4cc2-8144-6a46d2e4dd3d" providerId="AD" clId="Web-{2F72C667-F1DF-0D04-534E-E3A3E8325396}" dt="2025-10-23T19:30:27.297" v="33" actId="1076"/>
          <ac:spMkLst>
            <pc:docMk/>
            <pc:sldMk cId="0" sldId="258"/>
            <ac:spMk id="68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19:32:32.516" v="64" actId="1076"/>
        <pc:sldMkLst>
          <pc:docMk/>
          <pc:sldMk cId="0" sldId="259"/>
        </pc:sldMkLst>
        <pc:spChg chg="mod ord">
          <ac:chgData name="Joshua Frank" userId="S::joshua.frank@realmone.com::28c5a69e-bedf-4cc2-8144-6a46d2e4dd3d" providerId="AD" clId="Web-{2F72C667-F1DF-0D04-534E-E3A3E8325396}" dt="2025-10-23T19:28:08.719" v="14"/>
          <ac:spMkLst>
            <pc:docMk/>
            <pc:sldMk cId="0" sldId="259"/>
            <ac:spMk id="73" creationId="{00000000-0000-0000-0000-000000000000}"/>
          </ac:spMkLst>
        </pc:spChg>
        <pc:spChg chg="mod ord">
          <ac:chgData name="Joshua Frank" userId="S::joshua.frank@realmone.com::28c5a69e-bedf-4cc2-8144-6a46d2e4dd3d" providerId="AD" clId="Web-{2F72C667-F1DF-0D04-534E-E3A3E8325396}" dt="2025-10-23T19:32:16.328" v="61"/>
          <ac:spMkLst>
            <pc:docMk/>
            <pc:sldMk cId="0" sldId="259"/>
            <ac:spMk id="74" creationId="{00000000-0000-0000-0000-000000000000}"/>
          </ac:spMkLst>
        </pc:spChg>
        <pc:spChg chg="mod ord">
          <ac:chgData name="Joshua Frank" userId="S::joshua.frank@realmone.com::28c5a69e-bedf-4cc2-8144-6a46d2e4dd3d" providerId="AD" clId="Web-{2F72C667-F1DF-0D04-534E-E3A3E8325396}" dt="2025-10-23T19:32:32.516" v="64" actId="1076"/>
          <ac:spMkLst>
            <pc:docMk/>
            <pc:sldMk cId="0" sldId="259"/>
            <ac:spMk id="75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19:43:26.736" v="145" actId="20577"/>
        <pc:sldMkLst>
          <pc:docMk/>
          <pc:sldMk cId="0" sldId="260"/>
        </pc:sldMkLst>
        <pc:spChg chg="mod ord">
          <ac:chgData name="Joshua Frank" userId="S::joshua.frank@realmone.com::28c5a69e-bedf-4cc2-8144-6a46d2e4dd3d" providerId="AD" clId="Web-{2F72C667-F1DF-0D04-534E-E3A3E8325396}" dt="2025-10-23T19:28:08.719" v="14"/>
          <ac:spMkLst>
            <pc:docMk/>
            <pc:sldMk cId="0" sldId="260"/>
            <ac:spMk id="80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3:21.922" v="67"/>
          <ac:spMkLst>
            <pc:docMk/>
            <pc:sldMk cId="0" sldId="260"/>
            <ac:spMk id="81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43:26.736" v="145" actId="20577"/>
          <ac:spMkLst>
            <pc:docMk/>
            <pc:sldMk cId="0" sldId="260"/>
            <ac:spMk id="82" creationId="{00000000-0000-0000-0000-000000000000}"/>
          </ac:spMkLst>
        </pc:spChg>
      </pc:sldChg>
      <pc:sldChg chg="modSp mod ord modClrScheme chgLayout">
        <pc:chgData name="Joshua Frank" userId="S::joshua.frank@realmone.com::28c5a69e-bedf-4cc2-8144-6a46d2e4dd3d" providerId="AD" clId="Web-{2F72C667-F1DF-0D04-534E-E3A3E8325396}" dt="2025-10-23T19:35:07.610" v="84"/>
        <pc:sldMkLst>
          <pc:docMk/>
          <pc:sldMk cId="0" sldId="261"/>
        </pc:sldMkLst>
        <pc:spChg chg="mod ord">
          <ac:chgData name="Joshua Frank" userId="S::joshua.frank@realmone.com::28c5a69e-bedf-4cc2-8144-6a46d2e4dd3d" providerId="AD" clId="Web-{2F72C667-F1DF-0D04-534E-E3A3E8325396}" dt="2025-10-23T19:28:08.719" v="14"/>
          <ac:spMkLst>
            <pc:docMk/>
            <pc:sldMk cId="0" sldId="261"/>
            <ac:spMk id="87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4:38.297" v="78"/>
          <ac:spMkLst>
            <pc:docMk/>
            <pc:sldMk cId="0" sldId="261"/>
            <ac:spMk id="88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4:56.016" v="83"/>
          <ac:spMkLst>
            <pc:docMk/>
            <pc:sldMk cId="0" sldId="261"/>
            <ac:spMk id="89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21:03:48.890" v="369" actId="20577"/>
        <pc:sldMkLst>
          <pc:docMk/>
          <pc:sldMk cId="0" sldId="262"/>
        </pc:sldMkLst>
        <pc:spChg chg="mod">
          <ac:chgData name="Joshua Frank" userId="S::joshua.frank@realmone.com::28c5a69e-bedf-4cc2-8144-6a46d2e4dd3d" providerId="AD" clId="Web-{2F72C667-F1DF-0D04-534E-E3A3E8325396}" dt="2025-10-23T21:03:48.890" v="369" actId="20577"/>
          <ac:spMkLst>
            <pc:docMk/>
            <pc:sldMk cId="0" sldId="262"/>
            <ac:spMk id="94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35:35.032" v="87"/>
          <ac:spMkLst>
            <pc:docMk/>
            <pc:sldMk cId="0" sldId="262"/>
            <ac:spMk id="95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20:50:04.405" v="240" actId="20577"/>
        <pc:sldMkLst>
          <pc:docMk/>
          <pc:sldMk cId="0" sldId="263"/>
        </pc:sldMkLst>
        <pc:spChg chg="mod">
          <ac:chgData name="Joshua Frank" userId="S::joshua.frank@realmone.com::28c5a69e-bedf-4cc2-8144-6a46d2e4dd3d" providerId="AD" clId="Web-{2F72C667-F1DF-0D04-534E-E3A3E8325396}" dt="2025-10-23T20:50:04.405" v="240" actId="20577"/>
          <ac:spMkLst>
            <pc:docMk/>
            <pc:sldMk cId="0" sldId="263"/>
            <ac:spMk id="100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40:17.891" v="122"/>
          <ac:spMkLst>
            <pc:docMk/>
            <pc:sldMk cId="0" sldId="263"/>
            <ac:spMk id="101" creationId="{00000000-0000-0000-0000-000000000000}"/>
          </ac:spMkLst>
        </pc:spChg>
      </pc:sldChg>
      <pc:sldChg chg="modSp mod modClrScheme chgLayout">
        <pc:chgData name="Joshua Frank" userId="S::joshua.frank@realmone.com::28c5a69e-bedf-4cc2-8144-6a46d2e4dd3d" providerId="AD" clId="Web-{2F72C667-F1DF-0D04-534E-E3A3E8325396}" dt="2025-10-23T21:02:42.874" v="336" actId="20577"/>
        <pc:sldMkLst>
          <pc:docMk/>
          <pc:sldMk cId="0" sldId="264"/>
        </pc:sldMkLst>
        <pc:spChg chg="mod">
          <ac:chgData name="Joshua Frank" userId="S::joshua.frank@realmone.com::28c5a69e-bedf-4cc2-8144-6a46d2e4dd3d" providerId="AD" clId="Web-{2F72C667-F1DF-0D04-534E-E3A3E8325396}" dt="2025-10-23T21:02:42.874" v="336" actId="20577"/>
          <ac:spMkLst>
            <pc:docMk/>
            <pc:sldMk cId="0" sldId="264"/>
            <ac:spMk id="106" creationId="{00000000-0000-0000-0000-000000000000}"/>
          </ac:spMkLst>
        </pc:spChg>
        <pc:spChg chg="mod">
          <ac:chgData name="Joshua Frank" userId="S::joshua.frank@realmone.com::28c5a69e-bedf-4cc2-8144-6a46d2e4dd3d" providerId="AD" clId="Web-{2F72C667-F1DF-0D04-534E-E3A3E8325396}" dt="2025-10-23T19:42:43.345" v="141"/>
          <ac:spMkLst>
            <pc:docMk/>
            <pc:sldMk cId="0" sldId="264"/>
            <ac:spMk id="107" creationId="{00000000-0000-0000-0000-000000000000}"/>
          </ac:spMkLst>
        </pc:spChg>
      </pc:sldChg>
      <pc:sldMasterChg chg="del delSldLayout">
        <pc:chgData name="Joshua Frank" userId="S::joshua.frank@realmone.com::28c5a69e-bedf-4cc2-8144-6a46d2e4dd3d" providerId="AD" clId="Web-{2F72C667-F1DF-0D04-534E-E3A3E8325396}" dt="2025-10-23T19:26:32.375" v="0"/>
        <pc:sldMasterMkLst>
          <pc:docMk/>
          <pc:sldMasterMk cId="0" sldId="2147483659"/>
        </pc:sldMasterMkLst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48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49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0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3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5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6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7"/>
          </pc:sldLayoutMkLst>
        </pc:sldLayoutChg>
        <pc:sldLayoutChg chg="del">
          <pc:chgData name="Joshua Frank" userId="S::joshua.frank@realmone.com::28c5a69e-bedf-4cc2-8144-6a46d2e4dd3d" providerId="AD" clId="Web-{2F72C667-F1DF-0D04-534E-E3A3E8325396}" dt="2025-10-23T19:26:32.375" v="0"/>
          <pc:sldLayoutMkLst>
            <pc:docMk/>
            <pc:sldMasterMk cId="0" sldId="2147483659"/>
            <pc:sldLayoutMk cId="0" sldId="2147483658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37.328" v="1"/>
        <pc:sldMasterMkLst>
          <pc:docMk/>
          <pc:sldMasterMk cId="2064472597" sldId="2147483660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2192985545" sldId="214748366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3290951554" sldId="214748366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12828412" sldId="214748366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445040280" sldId="214748366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1919010789" sldId="214748366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1749595717" sldId="214748366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3972768672" sldId="214748366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763962008" sldId="214748366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2034072204" sldId="214748366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941241438" sldId="214748367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1361082599" sldId="214748367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7.328" v="1"/>
          <pc:sldLayoutMkLst>
            <pc:docMk/>
            <pc:sldMasterMk cId="2064472597" sldId="2147483660"/>
            <pc:sldLayoutMk cId="3546510937" sldId="2147483672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39.078" v="2"/>
        <pc:sldMasterMkLst>
          <pc:docMk/>
          <pc:sldMasterMk cId="43616385" sldId="2147483673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2348295455" sldId="214748367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1264161049" sldId="214748367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2518940667" sldId="214748367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376164273" sldId="214748367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1742345625" sldId="214748367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1171515968" sldId="214748367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3666725137" sldId="214748368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1985582862" sldId="214748368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3734382109" sldId="214748368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1147885426" sldId="214748368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565828368" sldId="214748368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078" v="2"/>
          <pc:sldLayoutMkLst>
            <pc:docMk/>
            <pc:sldMasterMk cId="43616385" sldId="2147483673"/>
            <pc:sldLayoutMk cId="2867565495" sldId="2147483685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39.906" v="3"/>
        <pc:sldMasterMkLst>
          <pc:docMk/>
          <pc:sldMasterMk cId="1451848218" sldId="2147483686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969193155" sldId="214748368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2991855700" sldId="214748368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2759870710" sldId="214748368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2802097271" sldId="214748369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3670958641" sldId="214748369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2663073402" sldId="214748369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129750567" sldId="214748369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1525296699" sldId="214748369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1451286785" sldId="214748369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3781150816" sldId="214748369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1391382459" sldId="214748369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39.906" v="3"/>
          <pc:sldLayoutMkLst>
            <pc:docMk/>
            <pc:sldMasterMk cId="1451848218" sldId="2147483686"/>
            <pc:sldLayoutMk cId="3467451100" sldId="2147483698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41.172" v="4"/>
        <pc:sldMasterMkLst>
          <pc:docMk/>
          <pc:sldMasterMk cId="3856142373" sldId="2147483699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161738167" sldId="214748370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1589962350" sldId="214748370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3585007364" sldId="214748370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2101442816" sldId="214748370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1330952396" sldId="214748370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3315829497" sldId="214748370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575750472" sldId="214748370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2988917765" sldId="214748370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1329418651" sldId="214748370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1870512817" sldId="214748370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594400604" sldId="214748371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1.172" v="4"/>
          <pc:sldLayoutMkLst>
            <pc:docMk/>
            <pc:sldMasterMk cId="3856142373" sldId="2147483699"/>
            <pc:sldLayoutMk cId="1462349145" sldId="2147483711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44.531" v="5"/>
        <pc:sldMasterMkLst>
          <pc:docMk/>
          <pc:sldMasterMk cId="3606525372" sldId="2147483712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3447141465" sldId="214748371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1681633916" sldId="214748371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1022204067" sldId="214748371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603915362" sldId="214748371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3218772654" sldId="214748371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2946138006" sldId="214748371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2670708867" sldId="214748371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1299154515" sldId="214748372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2672981095" sldId="214748372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3362636331" sldId="214748372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3449630773" sldId="214748372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4.531" v="5"/>
          <pc:sldLayoutMkLst>
            <pc:docMk/>
            <pc:sldMasterMk cId="3606525372" sldId="2147483712"/>
            <pc:sldLayoutMk cId="1733504767" sldId="2147483724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47.078" v="6"/>
        <pc:sldMasterMkLst>
          <pc:docMk/>
          <pc:sldMasterMk cId="93393598" sldId="2147483725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481798213" sldId="214748372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2778948924" sldId="214748372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1556130478" sldId="214748372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3575574513" sldId="214748372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1653999488" sldId="214748373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1536989408" sldId="214748373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4037051863" sldId="214748373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2875672006" sldId="214748373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537150710" sldId="214748373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1449734897" sldId="214748373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729601516" sldId="214748373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7.078" v="6"/>
          <pc:sldLayoutMkLst>
            <pc:docMk/>
            <pc:sldMasterMk cId="93393598" sldId="2147483725"/>
            <pc:sldLayoutMk cId="3855280935" sldId="2147483737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49.640" v="7"/>
        <pc:sldMasterMkLst>
          <pc:docMk/>
          <pc:sldMasterMk cId="1387168648" sldId="2147483738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499381967" sldId="214748373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403572619" sldId="214748374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2819814460" sldId="214748374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2296870325" sldId="214748374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379675413" sldId="214748374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062674569" sldId="214748374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3973724148" sldId="214748374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768878209" sldId="214748374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3714995669" sldId="214748374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00434800" sldId="214748374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374203305" sldId="214748374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49.640" v="7"/>
          <pc:sldLayoutMkLst>
            <pc:docMk/>
            <pc:sldMasterMk cId="1387168648" sldId="2147483738"/>
            <pc:sldLayoutMk cId="1050256340" sldId="2147483750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52.172" v="8"/>
        <pc:sldMasterMkLst>
          <pc:docMk/>
          <pc:sldMasterMk cId="1202708455" sldId="2147483751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1633216294" sldId="214748375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4165302999" sldId="214748375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200898184" sldId="214748375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3215814525" sldId="214748375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4219274503" sldId="214748375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2744203112" sldId="214748375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4219028949" sldId="214748375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3943661199" sldId="214748375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3103188067" sldId="214748376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2776864066" sldId="214748376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1525609219" sldId="214748376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2.172" v="8"/>
          <pc:sldLayoutMkLst>
            <pc:docMk/>
            <pc:sldMasterMk cId="1202708455" sldId="2147483751"/>
            <pc:sldLayoutMk cId="1981053791" sldId="2147483763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6:55.468" v="9"/>
        <pc:sldMasterMkLst>
          <pc:docMk/>
          <pc:sldMasterMk cId="3336381406" sldId="2147483764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2511399155" sldId="214748376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2349383804" sldId="214748376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1432165722" sldId="214748376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1184710110" sldId="214748376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388589760" sldId="214748376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1204053103" sldId="214748377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748386195" sldId="214748377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617285375" sldId="214748377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817699475" sldId="214748377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1793236654" sldId="214748377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932793870" sldId="214748377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6:55.468" v="9"/>
          <pc:sldLayoutMkLst>
            <pc:docMk/>
            <pc:sldMasterMk cId="3336381406" sldId="2147483764"/>
            <pc:sldLayoutMk cId="605589890" sldId="2147483776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8:08.719" v="14"/>
        <pc:sldMasterMkLst>
          <pc:docMk/>
          <pc:sldMasterMk cId="705496010" sldId="2147483777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2020008197" sldId="214748377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1402046643" sldId="214748377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3166244137" sldId="214748378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246869924" sldId="214748378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1512234243" sldId="214748378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1076201722" sldId="214748378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836418493" sldId="214748378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526097206" sldId="214748378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2419919212" sldId="214748378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3816935467" sldId="214748378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1978860759" sldId="214748378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705496010" sldId="2147483777"/>
            <pc:sldLayoutMk cId="1992455528" sldId="2147483789"/>
          </pc:sldLayoutMkLst>
        </pc:sldLayoutChg>
      </pc:sldMasterChg>
      <pc:sldMasterChg chg="add del addSldLayout delSldLayout modSldLayout">
        <pc:chgData name="Joshua Frank" userId="S::joshua.frank@realmone.com::28c5a69e-bedf-4cc2-8144-6a46d2e4dd3d" providerId="AD" clId="Web-{2F72C667-F1DF-0D04-534E-E3A3E8325396}" dt="2025-10-23T19:28:08.719" v="14"/>
        <pc:sldMasterMkLst>
          <pc:docMk/>
          <pc:sldMasterMk cId="3967533878" sldId="2147483790"/>
        </pc:sldMasterMkLst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917930358" sldId="214748379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2323809367" sldId="2147483792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902149235" sldId="2147483793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1644905465" sldId="2147483794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782787884" sldId="2147483795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3813855689" sldId="2147483796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1906791808" sldId="2147483797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2864003212" sldId="2147483798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4107384910" sldId="2147483799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1007804692" sldId="2147483800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1752086396" sldId="2147483801"/>
          </pc:sldLayoutMkLst>
        </pc:sldLayoutChg>
        <pc:sldLayoutChg chg="add del mod replId">
          <pc:chgData name="Joshua Frank" userId="S::joshua.frank@realmone.com::28c5a69e-bedf-4cc2-8144-6a46d2e4dd3d" providerId="AD" clId="Web-{2F72C667-F1DF-0D04-534E-E3A3E8325396}" dt="2025-10-23T19:28:08.719" v="14"/>
          <pc:sldLayoutMkLst>
            <pc:docMk/>
            <pc:sldMasterMk cId="3967533878" sldId="2147483790"/>
            <pc:sldLayoutMk cId="241799318" sldId="2147483802"/>
          </pc:sldLayoutMkLst>
        </pc:sldLayoutChg>
      </pc:sldMasterChg>
    </pc:docChg>
  </pc:docChgLst>
  <pc:docChgLst>
    <pc:chgData name="Joshua Frank" userId="S::joshua.frank@realmone.com::28c5a69e-bedf-4cc2-8144-6a46d2e4dd3d" providerId="AD" clId="Web-{01FEB614-46A6-BF67-F651-1825EFE49F6B}"/>
    <pc:docChg chg="modSld">
      <pc:chgData name="Joshua Frank" userId="S::joshua.frank@realmone.com::28c5a69e-bedf-4cc2-8144-6a46d2e4dd3d" providerId="AD" clId="Web-{01FEB614-46A6-BF67-F651-1825EFE49F6B}" dt="2025-10-27T14:38:08.800" v="1" actId="1076"/>
      <pc:docMkLst>
        <pc:docMk/>
      </pc:docMkLst>
      <pc:sldChg chg="modSp">
        <pc:chgData name="Joshua Frank" userId="S::joshua.frank@realmone.com::28c5a69e-bedf-4cc2-8144-6a46d2e4dd3d" providerId="AD" clId="Web-{01FEB614-46A6-BF67-F651-1825EFE49F6B}" dt="2025-10-27T14:38:08.800" v="1" actId="1076"/>
        <pc:sldMkLst>
          <pc:docMk/>
          <pc:sldMk cId="0" sldId="262"/>
        </pc:sldMkLst>
        <pc:spChg chg="mod">
          <ac:chgData name="Joshua Frank" userId="S::joshua.frank@realmone.com::28c5a69e-bedf-4cc2-8144-6a46d2e4dd3d" providerId="AD" clId="Web-{01FEB614-46A6-BF67-F651-1825EFE49F6B}" dt="2025-10-27T14:38:08.800" v="1" actId="1076"/>
          <ac:spMkLst>
            <pc:docMk/>
            <pc:sldMk cId="0" sldId="262"/>
            <ac:spMk id="94" creationId="{00000000-0000-0000-0000-000000000000}"/>
          </ac:spMkLst>
        </pc:spChg>
        <pc:spChg chg="mod">
          <ac:chgData name="Joshua Frank" userId="S::joshua.frank@realmone.com::28c5a69e-bedf-4cc2-8144-6a46d2e4dd3d" providerId="AD" clId="Web-{01FEB614-46A6-BF67-F651-1825EFE49F6B}" dt="2025-10-27T14:38:08.441" v="0" actId="1076"/>
          <ac:spMkLst>
            <pc:docMk/>
            <pc:sldMk cId="0" sldId="262"/>
            <ac:spMk id="95" creationId="{00000000-0000-0000-0000-000000000000}"/>
          </ac:spMkLst>
        </pc:spChg>
      </pc:sldChg>
    </pc:docChg>
  </pc:docChgLst>
  <pc:docChgLst>
    <pc:chgData name="Joshua Frank" userId="S::joshua.frank@realmone.com::28c5a69e-bedf-4cc2-8144-6a46d2e4dd3d" providerId="AD" clId="Web-{B17EA4C8-3EC4-A723-3EF0-09A9C1B91812}"/>
    <pc:docChg chg="modSld">
      <pc:chgData name="Joshua Frank" userId="S::joshua.frank@realmone.com::28c5a69e-bedf-4cc2-8144-6a46d2e4dd3d" providerId="AD" clId="Web-{B17EA4C8-3EC4-A723-3EF0-09A9C1B91812}" dt="2024-09-26T18:33:05.395" v="1" actId="20577"/>
      <pc:docMkLst>
        <pc:docMk/>
      </pc:docMkLst>
      <pc:sldChg chg="modSp">
        <pc:chgData name="Joshua Frank" userId="S::joshua.frank@realmone.com::28c5a69e-bedf-4cc2-8144-6a46d2e4dd3d" providerId="AD" clId="Web-{B17EA4C8-3EC4-A723-3EF0-09A9C1B91812}" dt="2024-09-26T18:33:05.395" v="1" actId="20577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c12b13ee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6c12b13ee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6c12b13ee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6c12b13ee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6834d3bd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d6834d3bd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c12b13ee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c12b13ee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73737"/>
                </a:solidFill>
                <a:highlight>
                  <a:srgbClr val="FFFFFF"/>
                </a:highlight>
              </a:rPr>
              <a:t>public key cryptography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c12b13ee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c12b13ee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200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RSA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algorithm is based on the fact that factorization of large integers is known to be "difficult", whereas </a:t>
            </a:r>
            <a:r>
              <a:rPr lang="en" sz="1200" b="1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DSA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security is based on the discrete logarithm problem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c12b13e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c12b13e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c12b13ee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c12b13ee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c12b13ee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c12b13ee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209" y="760489"/>
            <a:ext cx="5785791" cy="2445476"/>
          </a:xfrm>
        </p:spPr>
        <p:txBody>
          <a:bodyPr anchor="b"/>
          <a:lstStyle>
            <a:lvl1pPr algn="l"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209" y="3636348"/>
            <a:ext cx="5785791" cy="814387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143001" y="3428630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00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784084"/>
            <a:ext cx="6928826" cy="64316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174" y="1714500"/>
            <a:ext cx="6928826" cy="2857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4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309" y="965666"/>
            <a:ext cx="6213722" cy="2334798"/>
          </a:xfrm>
        </p:spPr>
        <p:txBody>
          <a:bodyPr anchor="t"/>
          <a:lstStyle>
            <a:lvl1pPr>
              <a:defRPr sz="78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308" y="3464781"/>
            <a:ext cx="5791692" cy="1107220"/>
          </a:xfr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4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760058"/>
            <a:ext cx="6928826" cy="6671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175" y="1601674"/>
            <a:ext cx="3371850" cy="29703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01674"/>
            <a:ext cx="3371850" cy="29703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6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809363"/>
            <a:ext cx="6928826" cy="6179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6" y="1509913"/>
            <a:ext cx="3371849" cy="52817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200" b="0" cap="all" spc="533" baseline="0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2175" y="2286000"/>
            <a:ext cx="3371850" cy="228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509912"/>
            <a:ext cx="3371850" cy="52817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200" b="0" cap="all" spc="533" baseline="0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86000"/>
            <a:ext cx="3371850" cy="228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4703046" y="2157497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878879" y="3444305"/>
            <a:ext cx="606197" cy="29228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143001" y="2157497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23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0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1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05" y="1169208"/>
            <a:ext cx="2459767" cy="1398147"/>
          </a:xfrm>
        </p:spPr>
        <p:txBody>
          <a:bodyPr anchor="b"/>
          <a:lstStyle>
            <a:lvl1pPr algn="r">
              <a:defRPr sz="497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1" y="571500"/>
            <a:ext cx="4000499" cy="4000500"/>
          </a:xfrm>
        </p:spPr>
        <p:txBody>
          <a:bodyPr anchor="ctr">
            <a:normAutofit/>
          </a:bodyPr>
          <a:lstStyle>
            <a:lvl1pPr>
              <a:defRPr sz="4978">
                <a:solidFill>
                  <a:schemeClr val="tx1"/>
                </a:solidFill>
              </a:defRPr>
            </a:lvl1pPr>
            <a:lvl2pPr>
              <a:defRPr sz="4267">
                <a:solidFill>
                  <a:schemeClr val="tx1"/>
                </a:solidFill>
              </a:defRPr>
            </a:lvl2pPr>
            <a:lvl3pPr>
              <a:defRPr sz="3556">
                <a:solidFill>
                  <a:schemeClr val="tx1"/>
                </a:solidFill>
              </a:defRPr>
            </a:lvl3pPr>
            <a:lvl4pPr>
              <a:defRPr sz="3200">
                <a:solidFill>
                  <a:schemeClr val="tx1"/>
                </a:solidFill>
              </a:defRPr>
            </a:lvl4pPr>
            <a:lvl5pPr>
              <a:defRPr sz="3200">
                <a:solidFill>
                  <a:schemeClr val="tx1"/>
                </a:solidFill>
              </a:defRPr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2806" y="2737262"/>
            <a:ext cx="2424822" cy="1450204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9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157" y="1037344"/>
            <a:ext cx="2467415" cy="1534406"/>
          </a:xfrm>
        </p:spPr>
        <p:txBody>
          <a:bodyPr anchor="b"/>
          <a:lstStyle>
            <a:lvl1pPr algn="r">
              <a:defRPr sz="497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000501" y="571500"/>
            <a:ext cx="4000499" cy="4000500"/>
          </a:xfrm>
        </p:spPr>
        <p:txBody>
          <a:bodyPr anchor="t"/>
          <a:lstStyle>
            <a:lvl1pPr marL="0" indent="0">
              <a:buNone/>
              <a:defRPr sz="5689">
                <a:solidFill>
                  <a:schemeClr val="tx1"/>
                </a:solidFill>
              </a:defRPr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5158" y="2737262"/>
            <a:ext cx="2432469" cy="1263238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1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2174" y="1672468"/>
            <a:ext cx="6928826" cy="2899532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3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1100775"/>
            <a:ext cx="1318846" cy="347122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6735" y="1100775"/>
            <a:ext cx="5879534" cy="347122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60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45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781216"/>
            <a:ext cx="6928826" cy="6460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4" y="1714500"/>
            <a:ext cx="6928826" cy="2857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853316" y="3668489"/>
            <a:ext cx="200497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7854766" y="1207420"/>
            <a:ext cx="200207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9681" y="2414890"/>
            <a:ext cx="472240" cy="3223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496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400" userDrawn="1">
          <p15:clr>
            <a:srgbClr val="F26B43"/>
          </p15:clr>
        </p15:guide>
        <p15:guide id="4" pos="5040" userDrawn="1">
          <p15:clr>
            <a:srgbClr val="F26B43"/>
          </p15:clr>
        </p15:guide>
        <p15:guide id="16" pos="360" userDrawn="1">
          <p15:clr>
            <a:srgbClr val="F26B43"/>
          </p15:clr>
        </p15:guide>
        <p15:guide id="23" orient="horz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6258" y="5191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Ciphers and Encryption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HASH</a:t>
            </a: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616400" y="1808700"/>
            <a:ext cx="7285425" cy="258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A Hash is NOT a form of encryption.  It is a one-way compression function</a:t>
            </a:r>
            <a:endParaRPr lang="en-US" b="1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A hash can NOT be decrypted, there is no key</a:t>
            </a:r>
            <a:endParaRPr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Hashes are used to verify data has not been modified and encode unknown formats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42707" y="3052266"/>
            <a:ext cx="73140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Rainbow Tables where created to defeat hashes, by hashing a dictionary. A SALT was developed to combat Rainbow Tables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14230" y="4200666"/>
            <a:ext cx="6985286" cy="1138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Command examples: </a:t>
            </a:r>
            <a:r>
              <a:rPr lang="en" i="1" dirty="0">
                <a:solidFill>
                  <a:srgbClr val="FFFFFF"/>
                </a:solidFill>
              </a:rPr>
              <a:t>md5sum &lt;target file&gt;</a:t>
            </a:r>
            <a:r>
              <a:rPr lang="en" dirty="0">
                <a:solidFill>
                  <a:srgbClr val="FFFFFF"/>
                </a:solidFill>
              </a:rPr>
              <a:t> or </a:t>
            </a:r>
            <a:r>
              <a:rPr lang="en" i="1" dirty="0">
                <a:solidFill>
                  <a:srgbClr val="FFFFFF"/>
                </a:solidFill>
              </a:rPr>
              <a:t>sha256 &lt;target file&gt;</a:t>
            </a:r>
            <a:endParaRPr i="1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ctrTitle"/>
          </p:nvPr>
        </p:nvSpPr>
        <p:spPr>
          <a:xfrm>
            <a:off x="311700" y="55025"/>
            <a:ext cx="8520600" cy="9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SALT’ed Encryption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37492" y="1853831"/>
            <a:ext cx="9104266" cy="2571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400" i="1" dirty="0"/>
              <a:t>echo “test” | </a:t>
            </a:r>
            <a:r>
              <a:rPr lang="en" sz="2400" i="1" err="1"/>
              <a:t>openssl</a:t>
            </a:r>
            <a:r>
              <a:rPr lang="en" sz="2400" i="1" dirty="0"/>
              <a:t> enc -aes-256-ctr -md sha256 -out salted</a:t>
            </a:r>
            <a:endParaRPr lang="en-US" sz="2400" i="1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400" i="1" dirty="0"/>
              <a:t>echo “test” | </a:t>
            </a:r>
            <a:r>
              <a:rPr lang="en" sz="2400" i="1" dirty="0" err="1"/>
              <a:t>openssl</a:t>
            </a:r>
            <a:r>
              <a:rPr lang="en" sz="2400" i="1" dirty="0"/>
              <a:t> enc -aes-256-ctr -md sha256 -out </a:t>
            </a:r>
            <a:r>
              <a:rPr lang="en" sz="2400" i="1" dirty="0" err="1"/>
              <a:t>salted_again</a:t>
            </a:r>
            <a:endParaRPr sz="2400" i="1" dirty="0" err="1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400" i="1" dirty="0"/>
              <a:t>echo “test” | </a:t>
            </a:r>
            <a:r>
              <a:rPr lang="en" sz="2400" i="1" err="1"/>
              <a:t>openssl</a:t>
            </a:r>
            <a:r>
              <a:rPr lang="en" sz="2400" i="1" dirty="0"/>
              <a:t> enc -aes-256-ctr -</a:t>
            </a:r>
            <a:r>
              <a:rPr lang="en" sz="2400" i="1" err="1"/>
              <a:t>nosalt</a:t>
            </a:r>
            <a:r>
              <a:rPr lang="en" sz="2400" i="1" dirty="0"/>
              <a:t> -out </a:t>
            </a:r>
            <a:r>
              <a:rPr lang="en" sz="2400" i="1" err="1"/>
              <a:t>no_salt</a:t>
            </a:r>
            <a:endParaRPr sz="2400" i="1" err="1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400" i="1" dirty="0"/>
              <a:t>echo “test” | </a:t>
            </a:r>
            <a:r>
              <a:rPr lang="en" sz="2400" i="1" dirty="0" err="1"/>
              <a:t>openssl</a:t>
            </a:r>
            <a:r>
              <a:rPr lang="en" sz="2400" i="1" dirty="0"/>
              <a:t> enc -aes-256-ctr -</a:t>
            </a:r>
            <a:r>
              <a:rPr lang="en" sz="2400" i="1" dirty="0" err="1"/>
              <a:t>nosalt</a:t>
            </a:r>
            <a:r>
              <a:rPr lang="en" sz="2400" i="1" dirty="0"/>
              <a:t> -out no_salt2</a:t>
            </a:r>
            <a:endParaRPr sz="24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283408" y="866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Caesar  Cipher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433" y="3483984"/>
            <a:ext cx="8921100" cy="9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echo "THE QUICK BROWN FOX JUMPS OVER THE LAZY DOG" | tr '[A-Z]' '[N-ZA-M]'</a:t>
            </a:r>
            <a:endParaRPr sz="1600"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4294967295"/>
          </p:nvPr>
        </p:nvSpPr>
        <p:spPr>
          <a:xfrm>
            <a:off x="503822" y="2129756"/>
            <a:ext cx="8303628" cy="793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rgbClr val="202122"/>
                </a:solidFill>
                <a:highlight>
                  <a:srgbClr val="F8F9FA"/>
                </a:highlight>
              </a:rPr>
              <a:t>Input    </a:t>
            </a:r>
            <a:r>
              <a:rPr lang="en" sz="1450" dirty="0" err="1">
                <a:solidFill>
                  <a:srgbClr val="8B0000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ABCDEFGHIJKLM</a:t>
            </a:r>
            <a:r>
              <a:rPr lang="en" sz="1450" dirty="0" err="1">
                <a:solidFill>
                  <a:srgbClr val="00008B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NOPQRSTUVWXYZ</a:t>
            </a:r>
            <a:r>
              <a:rPr lang="en" sz="1450" dirty="0" err="1">
                <a:solidFill>
                  <a:srgbClr val="8B0000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abcdefghijklm</a:t>
            </a:r>
            <a:r>
              <a:rPr lang="en" sz="1450" dirty="0" err="1">
                <a:solidFill>
                  <a:srgbClr val="00008B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nopqrstuvwxyz</a:t>
            </a:r>
            <a:endParaRPr sz="1450" dirty="0" err="1">
              <a:solidFill>
                <a:srgbClr val="00008B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rgbClr val="202122"/>
                </a:solidFill>
                <a:highlight>
                  <a:srgbClr val="F8F9FA"/>
                </a:highlight>
              </a:rPr>
              <a:t>Output </a:t>
            </a:r>
            <a:r>
              <a:rPr lang="en" sz="1450" dirty="0" err="1">
                <a:solidFill>
                  <a:srgbClr val="00008B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NOPQRSTUVWXYZ</a:t>
            </a:r>
            <a:r>
              <a:rPr lang="en" sz="1450" dirty="0" err="1">
                <a:solidFill>
                  <a:srgbClr val="8B0000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ABCDEFGHIJKLM</a:t>
            </a:r>
            <a:r>
              <a:rPr lang="en" sz="1450" dirty="0" err="1">
                <a:solidFill>
                  <a:srgbClr val="00008B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nopqrstuvwxyz</a:t>
            </a:r>
            <a:r>
              <a:rPr lang="en" sz="1450" dirty="0" err="1">
                <a:solidFill>
                  <a:srgbClr val="8B0000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abcdefghijklm</a:t>
            </a:r>
            <a:endParaRPr sz="1450" dirty="0" err="1">
              <a:solidFill>
                <a:srgbClr val="8B0000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rgbClr val="8B0000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rgbClr val="8B0000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8B0000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8B0000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8B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050">
              <a:solidFill>
                <a:srgbClr val="00008B"/>
              </a:solidFill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ctrTitle"/>
          </p:nvPr>
        </p:nvSpPr>
        <p:spPr>
          <a:xfrm>
            <a:off x="311700" y="382150"/>
            <a:ext cx="8520600" cy="9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</a:t>
            </a:r>
            <a:endParaRPr sz="1200"/>
          </a:p>
        </p:txBody>
      </p:sp>
      <p:sp>
        <p:nvSpPr>
          <p:cNvPr id="88" name="Google Shape;88;p18"/>
          <p:cNvSpPr txBox="1"/>
          <p:nvPr/>
        </p:nvSpPr>
        <p:spPr>
          <a:xfrm>
            <a:off x="311700" y="1519350"/>
            <a:ext cx="88323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Pros:</a:t>
            </a:r>
            <a:endParaRPr sz="180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Fast</a:t>
            </a:r>
            <a:endParaRPr sz="180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Capable of encrypting large amounts of data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Cons:</a:t>
            </a:r>
            <a:endParaRPr sz="180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Only 1 key, the recipient must obtain the key used in encryption</a:t>
            </a:r>
            <a:endParaRPr sz="1800">
              <a:solidFill>
                <a:srgbClr val="FFFFFF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558664" y="3808850"/>
            <a:ext cx="80289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Common algorithms: Blowfish, </a:t>
            </a:r>
            <a:r>
              <a:rPr lang="en" sz="1800" err="1">
                <a:solidFill>
                  <a:srgbClr val="FFFFFF"/>
                </a:solidFill>
              </a:rPr>
              <a:t>TwoFish</a:t>
            </a:r>
            <a:r>
              <a:rPr lang="en" sz="1800" dirty="0">
                <a:solidFill>
                  <a:srgbClr val="FFFFFF"/>
                </a:solidFill>
              </a:rPr>
              <a:t>, AES, RC4, DES, RC5, RC6, AES-128, AES-192, and AES-256</a:t>
            </a:r>
            <a:endParaRPr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311700" y="382150"/>
            <a:ext cx="8520600" cy="9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Asymmetric</a:t>
            </a:r>
            <a:endParaRPr sz="1200"/>
          </a:p>
        </p:txBody>
      </p:sp>
      <p:sp>
        <p:nvSpPr>
          <p:cNvPr id="81" name="Google Shape;81;p17"/>
          <p:cNvSpPr txBox="1"/>
          <p:nvPr/>
        </p:nvSpPr>
        <p:spPr>
          <a:xfrm>
            <a:off x="311700" y="1519350"/>
            <a:ext cx="88323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>
                <a:solidFill>
                  <a:srgbClr val="FFFFFF"/>
                </a:solidFill>
              </a:rPr>
              <a:t>Pros:</a:t>
            </a:r>
            <a:endParaRPr sz="1800" dirty="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>
                <a:solidFill>
                  <a:srgbClr val="FFFFFF"/>
                </a:solidFill>
              </a:rPr>
              <a:t>2 Keys (public and Private)</a:t>
            </a:r>
            <a:endParaRPr sz="1800" dirty="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>
                <a:solidFill>
                  <a:srgbClr val="FFFFFF"/>
                </a:solidFill>
              </a:rPr>
              <a:t>The recipient doesn’t need the private key only your public key</a:t>
            </a:r>
            <a:endParaRPr sz="1800" dirty="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>
                <a:solidFill>
                  <a:srgbClr val="FFFFFF"/>
                </a:solidFill>
              </a:rPr>
              <a:t>Cons:</a:t>
            </a:r>
            <a:endParaRPr sz="1800" dirty="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>
                <a:solidFill>
                  <a:srgbClr val="FFFFFF"/>
                </a:solidFill>
              </a:rPr>
              <a:t>Slow encryption and decryption</a:t>
            </a:r>
            <a:endParaRPr sz="1800" dirty="0">
              <a:solidFill>
                <a:srgbClr val="FFFFFF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>
                <a:solidFill>
                  <a:srgbClr val="FFFFFF"/>
                </a:solidFill>
              </a:rPr>
              <a:t>Limitations on high large a data set can be encrypted</a:t>
            </a: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558664" y="3620857"/>
            <a:ext cx="80289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Common algorithms: </a:t>
            </a:r>
            <a:r>
              <a:rPr lang="en" sz="1800" err="1">
                <a:solidFill>
                  <a:srgbClr val="FFFFFF"/>
                </a:solidFill>
              </a:rPr>
              <a:t>EIGamal</a:t>
            </a:r>
            <a:r>
              <a:rPr lang="en" sz="1800" dirty="0">
                <a:solidFill>
                  <a:srgbClr val="FFFFFF"/>
                </a:solidFill>
              </a:rPr>
              <a:t>, RSA, DSA, Elliptic Curve</a:t>
            </a:r>
          </a:p>
          <a:p>
            <a:endParaRPr lang="en" sz="1800" dirty="0">
              <a:solidFill>
                <a:srgbClr val="FFFFFF"/>
              </a:solidFill>
            </a:endParaRPr>
          </a:p>
          <a:p>
            <a:r>
              <a:rPr lang="en" sz="1800" dirty="0">
                <a:solidFill>
                  <a:srgbClr val="FFFFFF"/>
                </a:solidFill>
              </a:rPr>
              <a:t>RSA: </a:t>
            </a:r>
            <a:r>
              <a:rPr lang="en" sz="1100" dirty="0">
                <a:solidFill>
                  <a:srgbClr val="BFBFBF"/>
                </a:solidFill>
                <a:latin typeface="Roboto"/>
                <a:ea typeface="Roboto"/>
                <a:cs typeface="Roboto"/>
              </a:rPr>
              <a:t>(Rivest–Shamir–Adleman)</a:t>
            </a:r>
            <a:endParaRPr lang="en" sz="1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43405" y="539490"/>
            <a:ext cx="9144000" cy="437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#Generate RSA, PEM format</a:t>
            </a:r>
            <a:endParaRPr sz="1800" dirty="0">
              <a:solidFill>
                <a:srgbClr val="FFFFFF"/>
              </a:solidFill>
            </a:endParaRPr>
          </a:p>
          <a:p>
            <a:r>
              <a:rPr lang="en" sz="1800" i="1" dirty="0">
                <a:solidFill>
                  <a:srgbClr val="FFFFFF"/>
                </a:solidFill>
              </a:rPr>
              <a:t> ssh-keygen –t </a:t>
            </a:r>
            <a:r>
              <a:rPr lang="en" sz="1800" i="1" dirty="0" err="1">
                <a:solidFill>
                  <a:srgbClr val="FFFFFF"/>
                </a:solidFill>
              </a:rPr>
              <a:t>rsa</a:t>
            </a:r>
            <a:r>
              <a:rPr lang="en" sz="1800" i="1" dirty="0">
                <a:solidFill>
                  <a:srgbClr val="FFFFFF"/>
                </a:solidFill>
              </a:rPr>
              <a:t> -m PEM -f </a:t>
            </a:r>
            <a:r>
              <a:rPr lang="en" sz="1800" b="1" i="1" dirty="0" err="1">
                <a:solidFill>
                  <a:srgbClr val="FF0000"/>
                </a:solidFill>
              </a:rPr>
              <a:t>id_rsa</a:t>
            </a:r>
            <a:endParaRPr sz="1800" b="1" i="1" dirty="0" err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</a:t>
            </a:r>
            <a:endParaRPr sz="1800" dirty="0">
              <a:solidFill>
                <a:srgbClr val="FFFFFF"/>
              </a:solidFill>
            </a:endParaRPr>
          </a:p>
          <a:p>
            <a:r>
              <a:rPr lang="en" sz="1800" dirty="0">
                <a:solidFill>
                  <a:srgbClr val="FFFFFF"/>
                </a:solidFill>
              </a:rPr>
              <a:t> #Convert public key to PEM (FOR BOTH ALICE AND BOB)</a:t>
            </a:r>
            <a:endParaRPr sz="1800" dirty="0">
              <a:solidFill>
                <a:srgbClr val="FFFFFF"/>
              </a:solidFill>
            </a:endParaRPr>
          </a:p>
          <a:p>
            <a:r>
              <a:rPr lang="en" sz="1800" i="1" dirty="0">
                <a:solidFill>
                  <a:srgbClr val="FFFFFF"/>
                </a:solidFill>
              </a:rPr>
              <a:t> </a:t>
            </a:r>
            <a:r>
              <a:rPr lang="en" sz="1800" i="1" dirty="0" err="1">
                <a:solidFill>
                  <a:srgbClr val="FFFFFF"/>
                </a:solidFill>
              </a:rPr>
              <a:t>openssl</a:t>
            </a:r>
            <a:r>
              <a:rPr lang="en" sz="1800" i="1" dirty="0">
                <a:solidFill>
                  <a:srgbClr val="FFFFFF"/>
                </a:solidFill>
              </a:rPr>
              <a:t> </a:t>
            </a:r>
            <a:r>
              <a:rPr lang="en" sz="1800" i="1" dirty="0" err="1">
                <a:solidFill>
                  <a:srgbClr val="FFFFFF"/>
                </a:solidFill>
              </a:rPr>
              <a:t>rsa</a:t>
            </a:r>
            <a:r>
              <a:rPr lang="en" sz="1800" i="1" dirty="0">
                <a:solidFill>
                  <a:srgbClr val="FFFFFF"/>
                </a:solidFill>
              </a:rPr>
              <a:t> -in </a:t>
            </a:r>
            <a:r>
              <a:rPr lang="en" sz="1800" i="1" dirty="0" err="1">
                <a:solidFill>
                  <a:srgbClr val="FFFFFF"/>
                </a:solidFill>
              </a:rPr>
              <a:t>alice-</a:t>
            </a:r>
            <a:r>
              <a:rPr lang="en" sz="1800" b="1" i="1" dirty="0" err="1">
                <a:solidFill>
                  <a:srgbClr val="FF0000"/>
                </a:solidFill>
              </a:rPr>
              <a:t>id_rsa</a:t>
            </a:r>
            <a:r>
              <a:rPr lang="en" sz="1800" i="1" dirty="0">
                <a:solidFill>
                  <a:srgbClr val="FFFFFF"/>
                </a:solidFill>
              </a:rPr>
              <a:t> -out </a:t>
            </a:r>
            <a:r>
              <a:rPr lang="en" sz="1800" b="1" i="1" dirty="0" err="1">
                <a:solidFill>
                  <a:srgbClr val="FFFFFF"/>
                </a:solidFill>
              </a:rPr>
              <a:t>alice</a:t>
            </a:r>
            <a:r>
              <a:rPr lang="en" sz="1800" i="1" dirty="0" err="1">
                <a:solidFill>
                  <a:srgbClr val="FFFFFF"/>
                </a:solidFill>
              </a:rPr>
              <a:t>-</a:t>
            </a:r>
            <a:r>
              <a:rPr lang="en" sz="1800" i="1" dirty="0" err="1">
                <a:solidFill>
                  <a:srgbClr val="7030A0"/>
                </a:solidFill>
              </a:rPr>
              <a:t>publickey.pem</a:t>
            </a:r>
            <a:r>
              <a:rPr lang="en" sz="1800" i="1" dirty="0">
                <a:solidFill>
                  <a:srgbClr val="FFFFFF"/>
                </a:solidFill>
              </a:rPr>
              <a:t> -</a:t>
            </a:r>
            <a:r>
              <a:rPr lang="en" sz="1800" i="1" dirty="0" err="1">
                <a:solidFill>
                  <a:srgbClr val="FFFFFF"/>
                </a:solidFill>
              </a:rPr>
              <a:t>outform</a:t>
            </a:r>
            <a:r>
              <a:rPr lang="en" sz="1800" i="1" dirty="0">
                <a:solidFill>
                  <a:srgbClr val="FFFFFF"/>
                </a:solidFill>
              </a:rPr>
              <a:t> PEM –</a:t>
            </a:r>
            <a:r>
              <a:rPr lang="en" sz="1800" i="1" dirty="0" err="1">
                <a:solidFill>
                  <a:srgbClr val="FFFFFF"/>
                </a:solidFill>
              </a:rPr>
              <a:t>pubout</a:t>
            </a:r>
            <a:endParaRPr lang="en" sz="1800" i="1" err="1">
              <a:solidFill>
                <a:srgbClr val="FFFFFF"/>
              </a:solidFill>
            </a:endParaRPr>
          </a:p>
          <a:p>
            <a:r>
              <a:rPr lang="en" sz="1800" i="1" dirty="0" err="1">
                <a:solidFill>
                  <a:srgbClr val="FFFFFF"/>
                </a:solidFill>
              </a:rPr>
              <a:t>openssl</a:t>
            </a:r>
            <a:r>
              <a:rPr lang="en" sz="1800" i="1" dirty="0">
                <a:solidFill>
                  <a:srgbClr val="FFFFFF"/>
                </a:solidFill>
              </a:rPr>
              <a:t> </a:t>
            </a:r>
            <a:r>
              <a:rPr lang="en" sz="1800" i="1" dirty="0" err="1">
                <a:solidFill>
                  <a:srgbClr val="FFFFFF"/>
                </a:solidFill>
              </a:rPr>
              <a:t>rsa</a:t>
            </a:r>
            <a:r>
              <a:rPr lang="en" sz="1800" i="1" dirty="0">
                <a:solidFill>
                  <a:srgbClr val="FFFFFF"/>
                </a:solidFill>
              </a:rPr>
              <a:t> -in </a:t>
            </a:r>
            <a:r>
              <a:rPr lang="en" sz="1800" i="1" dirty="0" err="1">
                <a:solidFill>
                  <a:srgbClr val="FFFFFF"/>
                </a:solidFill>
              </a:rPr>
              <a:t>alice-</a:t>
            </a:r>
            <a:r>
              <a:rPr lang="en" sz="1800" b="1" i="1" dirty="0" err="1">
                <a:solidFill>
                  <a:srgbClr val="FF0000"/>
                </a:solidFill>
              </a:rPr>
              <a:t>id_rsa</a:t>
            </a:r>
            <a:r>
              <a:rPr lang="en" sz="1800" i="1" dirty="0">
                <a:solidFill>
                  <a:srgbClr val="FFFFFF"/>
                </a:solidFill>
              </a:rPr>
              <a:t> -out </a:t>
            </a:r>
            <a:r>
              <a:rPr lang="en" sz="1800" b="1" i="1" dirty="0">
                <a:solidFill>
                  <a:srgbClr val="FFFFFF"/>
                </a:solidFill>
              </a:rPr>
              <a:t>bob</a:t>
            </a:r>
            <a:r>
              <a:rPr lang="en" sz="1800" i="1" dirty="0">
                <a:solidFill>
                  <a:srgbClr val="FFFFFF"/>
                </a:solidFill>
              </a:rPr>
              <a:t>-</a:t>
            </a:r>
            <a:r>
              <a:rPr lang="en" sz="1800" i="1" dirty="0" err="1">
                <a:solidFill>
                  <a:srgbClr val="7030A0"/>
                </a:solidFill>
              </a:rPr>
              <a:t>publickey.pem</a:t>
            </a:r>
            <a:r>
              <a:rPr lang="en" sz="1800" i="1" dirty="0">
                <a:solidFill>
                  <a:srgbClr val="FFFFFF"/>
                </a:solidFill>
              </a:rPr>
              <a:t> -</a:t>
            </a:r>
            <a:r>
              <a:rPr lang="en" sz="1800" i="1" dirty="0" err="1">
                <a:solidFill>
                  <a:srgbClr val="FFFFFF"/>
                </a:solidFill>
              </a:rPr>
              <a:t>outform</a:t>
            </a:r>
            <a:r>
              <a:rPr lang="en" sz="1800" i="1" dirty="0">
                <a:solidFill>
                  <a:srgbClr val="FFFFFF"/>
                </a:solidFill>
              </a:rPr>
              <a:t> PEM –</a:t>
            </a:r>
            <a:r>
              <a:rPr lang="en" sz="1800" i="1" dirty="0" err="1">
                <a:solidFill>
                  <a:srgbClr val="FFFFFF"/>
                </a:solidFill>
              </a:rPr>
              <a:t>pubout</a:t>
            </a:r>
            <a:endParaRPr lang="en" sz="1800"/>
          </a:p>
          <a:p>
            <a:r>
              <a:rPr lang="en" sz="1800" i="1" dirty="0">
                <a:solidFill>
                  <a:srgbClr val="FFFFFF"/>
                </a:solidFill>
              </a:rPr>
              <a:t>#now send the </a:t>
            </a:r>
            <a:r>
              <a:rPr lang="en" sz="1800" i="1" err="1">
                <a:solidFill>
                  <a:srgbClr val="FFFFFF"/>
                </a:solidFill>
              </a:rPr>
              <a:t>alice-publickey.pem</a:t>
            </a:r>
            <a:r>
              <a:rPr lang="en" sz="1800" i="1">
                <a:solidFill>
                  <a:srgbClr val="FFFFFF"/>
                </a:solidFill>
              </a:rPr>
              <a:t> to </a:t>
            </a:r>
            <a:r>
              <a:rPr lang="en" sz="1800" i="1" err="1">
                <a:solidFill>
                  <a:srgbClr val="FFFFFF"/>
                </a:solidFill>
              </a:rPr>
              <a:t>eachother</a:t>
            </a:r>
            <a:endParaRPr lang="en" sz="1800" i="1" dirty="0" err="1">
              <a:solidFill>
                <a:srgbClr val="FFFFFF"/>
              </a:solidFill>
            </a:endParaRPr>
          </a:p>
          <a:p>
            <a:r>
              <a:rPr lang="en" sz="1800" dirty="0">
                <a:solidFill>
                  <a:srgbClr val="FFFFFF"/>
                </a:solidFill>
              </a:rPr>
              <a:t> 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#Sign/Verify: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rgbClr val="FFFFFF"/>
                </a:solidFill>
              </a:rPr>
              <a:t> </a:t>
            </a:r>
            <a:r>
              <a:rPr lang="en" sz="1800" i="1" dirty="0" err="1">
                <a:solidFill>
                  <a:srgbClr val="FFFFFF"/>
                </a:solidFill>
              </a:rPr>
              <a:t>openssl</a:t>
            </a:r>
            <a:r>
              <a:rPr lang="en" sz="1800" i="1" dirty="0">
                <a:solidFill>
                  <a:srgbClr val="FFFFFF"/>
                </a:solidFill>
              </a:rPr>
              <a:t> </a:t>
            </a:r>
            <a:r>
              <a:rPr lang="en" sz="1800" i="1" dirty="0" err="1">
                <a:solidFill>
                  <a:srgbClr val="FFFFFF"/>
                </a:solidFill>
              </a:rPr>
              <a:t>dgst</a:t>
            </a:r>
            <a:r>
              <a:rPr lang="en" sz="1800" i="1" dirty="0">
                <a:solidFill>
                  <a:srgbClr val="FFFFFF"/>
                </a:solidFill>
              </a:rPr>
              <a:t> -sha256 -sign bob-</a:t>
            </a:r>
            <a:r>
              <a:rPr lang="en" sz="1800" b="1" i="1" dirty="0" err="1">
                <a:solidFill>
                  <a:srgbClr val="FF0000"/>
                </a:solidFill>
              </a:rPr>
              <a:t>id_rsa</a:t>
            </a:r>
            <a:r>
              <a:rPr lang="en" sz="1800" i="1" dirty="0">
                <a:solidFill>
                  <a:srgbClr val="FFFFFF"/>
                </a:solidFill>
              </a:rPr>
              <a:t> -out sign.txt.sha256 </a:t>
            </a:r>
            <a:r>
              <a:rPr lang="en" sz="2400" i="1" dirty="0">
                <a:solidFill>
                  <a:srgbClr val="00FFFF"/>
                </a:solidFill>
              </a:rPr>
              <a:t>myfile.txt</a:t>
            </a:r>
            <a:endParaRPr sz="2400" i="1" dirty="0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#Generate Random Password (base64,default has multi-line)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#RSA encryption maximum data size. RSA is only able to encrypt data to a maximum amount of your key size (2048 bits = 256 bytes)</a:t>
            </a:r>
            <a:endParaRPr sz="1800" dirty="0">
              <a:solidFill>
                <a:srgbClr val="FFFFFF"/>
              </a:solidFill>
            </a:endParaRPr>
          </a:p>
          <a:p>
            <a:endParaRPr lang="en"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</a:t>
            </a:r>
            <a:r>
              <a:rPr lang="en" sz="1800" i="1" dirty="0" err="1">
                <a:solidFill>
                  <a:srgbClr val="FFFFFF"/>
                </a:solidFill>
              </a:rPr>
              <a:t>openssl</a:t>
            </a:r>
            <a:r>
              <a:rPr lang="en" sz="1800" i="1" dirty="0">
                <a:solidFill>
                  <a:srgbClr val="FFFFFF"/>
                </a:solidFill>
              </a:rPr>
              <a:t> rand -hex 100 &gt; </a:t>
            </a:r>
            <a:r>
              <a:rPr lang="en" sz="1800" i="1" dirty="0">
                <a:solidFill>
                  <a:srgbClr val="FFC000"/>
                </a:solidFill>
              </a:rPr>
              <a:t>password.txt</a:t>
            </a:r>
            <a:endParaRPr sz="1800" i="1" dirty="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FFFF"/>
                </a:solidFill>
              </a:rPr>
              <a:t> </a:t>
            </a:r>
            <a:endParaRPr sz="1800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480900" y="56711"/>
            <a:ext cx="81822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</a:rPr>
              <a:t>Generate Password</a:t>
            </a:r>
            <a:endParaRPr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62700" y="1324200"/>
            <a:ext cx="9018600" cy="3624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dirty="0">
                <a:solidFill>
                  <a:schemeClr val="tx1"/>
                </a:solidFill>
              </a:rPr>
              <a:t>#Encrypt</a:t>
            </a:r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i="1" dirty="0">
                <a:solidFill>
                  <a:srgbClr val="00FFFF"/>
                </a:solidFill>
              </a:rPr>
              <a:t>myfile.txt </a:t>
            </a:r>
            <a:r>
              <a:rPr lang="en" sz="2400" dirty="0">
                <a:solidFill>
                  <a:schemeClr val="tx1"/>
                </a:solidFill>
              </a:rPr>
              <a:t>with </a:t>
            </a:r>
            <a:r>
              <a:rPr lang="en" sz="2400" i="1" dirty="0">
                <a:solidFill>
                  <a:srgbClr val="FFC000"/>
                </a:solidFill>
              </a:rPr>
              <a:t>password.txt</a:t>
            </a:r>
            <a:endParaRPr sz="2400" dirty="0">
              <a:solidFill>
                <a:srgbClr val="FFC000"/>
              </a:solidFill>
            </a:endParaRPr>
          </a:p>
          <a:p>
            <a:endParaRPr lang="en" sz="2400" i="1" dirty="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i="1" err="1">
                <a:solidFill>
                  <a:schemeClr val="tx1"/>
                </a:solidFill>
              </a:rPr>
              <a:t>openssl</a:t>
            </a:r>
            <a:r>
              <a:rPr lang="en" sz="2400" i="1" dirty="0">
                <a:solidFill>
                  <a:schemeClr val="tx1"/>
                </a:solidFill>
              </a:rPr>
              <a:t> enc -aes-256-ctr -md sha256 -pbkdf2 -in</a:t>
            </a:r>
            <a:r>
              <a:rPr lang="en" sz="2400" i="1" dirty="0">
                <a:solidFill>
                  <a:schemeClr val="dk1"/>
                </a:solidFill>
              </a:rPr>
              <a:t> </a:t>
            </a:r>
            <a:r>
              <a:rPr lang="en" sz="2400" i="1" dirty="0">
                <a:solidFill>
                  <a:srgbClr val="00FFFF"/>
                </a:solidFill>
              </a:rPr>
              <a:t>myfile.txt </a:t>
            </a:r>
            <a:r>
              <a:rPr lang="en" sz="2400" i="1" dirty="0">
                <a:solidFill>
                  <a:schemeClr val="tx1"/>
                </a:solidFill>
              </a:rPr>
              <a:t>-out</a:t>
            </a:r>
            <a:r>
              <a:rPr lang="en" sz="2400" i="1" dirty="0">
                <a:solidFill>
                  <a:schemeClr val="dk1"/>
                </a:solidFill>
              </a:rPr>
              <a:t> </a:t>
            </a:r>
            <a:r>
              <a:rPr lang="en" sz="2400" i="1" err="1">
                <a:solidFill>
                  <a:srgbClr val="00FFFF"/>
                </a:solidFill>
              </a:rPr>
              <a:t>myfile.txt</a:t>
            </a:r>
            <a:r>
              <a:rPr lang="en" sz="2400" b="1" i="1" err="1">
                <a:solidFill>
                  <a:schemeClr val="tx1"/>
                </a:solidFill>
              </a:rPr>
              <a:t>.aes.enc</a:t>
            </a:r>
            <a:r>
              <a:rPr lang="en" sz="2400" i="1" dirty="0">
                <a:solidFill>
                  <a:schemeClr val="tx1"/>
                </a:solidFill>
              </a:rPr>
              <a:t> -pass file:./</a:t>
            </a:r>
            <a:r>
              <a:rPr lang="en" sz="2400" i="1" dirty="0">
                <a:solidFill>
                  <a:srgbClr val="FFC000"/>
                </a:solidFill>
              </a:rPr>
              <a:t>password.txt</a:t>
            </a:r>
            <a:endParaRPr sz="2400" i="1" dirty="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dirty="0">
                <a:solidFill>
                  <a:schemeClr val="tx1"/>
                </a:solidFill>
              </a:rPr>
              <a:t>#Encrypt </a:t>
            </a:r>
            <a:r>
              <a:rPr lang="en" sz="2400" i="1" dirty="0">
                <a:solidFill>
                  <a:srgbClr val="FFC000"/>
                </a:solidFill>
              </a:rPr>
              <a:t>password.txt</a:t>
            </a:r>
            <a:r>
              <a:rPr lang="en" sz="2400" dirty="0">
                <a:solidFill>
                  <a:schemeClr val="tx1"/>
                </a:solidFill>
              </a:rPr>
              <a:t> with recipients public keygen</a:t>
            </a:r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i="1" dirty="0">
                <a:solidFill>
                  <a:srgbClr val="FF00FF"/>
                </a:solidFill>
              </a:rPr>
              <a:t>(</a:t>
            </a:r>
            <a:r>
              <a:rPr lang="en" sz="2400" err="1">
                <a:solidFill>
                  <a:schemeClr val="tx1"/>
                </a:solidFill>
              </a:rPr>
              <a:t>alice-</a:t>
            </a:r>
            <a:r>
              <a:rPr lang="en" sz="2400" i="1" err="1">
                <a:solidFill>
                  <a:srgbClr val="FF00FF"/>
                </a:solidFill>
              </a:rPr>
              <a:t>publickey.pem</a:t>
            </a:r>
            <a:r>
              <a:rPr lang="en" sz="2400" i="1" dirty="0">
                <a:solidFill>
                  <a:srgbClr val="FF00FF"/>
                </a:solidFill>
              </a:rPr>
              <a:t>)</a:t>
            </a:r>
            <a:endParaRPr sz="2400" dirty="0">
              <a:solidFill>
                <a:schemeClr val="dk1"/>
              </a:solidFill>
            </a:endParaRPr>
          </a:p>
          <a:p>
            <a:r>
              <a:rPr lang="en" sz="2400" dirty="0">
                <a:solidFill>
                  <a:schemeClr val="dk1"/>
                </a:solidFill>
              </a:rPr>
              <a:t> </a:t>
            </a:r>
            <a:r>
              <a:rPr lang="en" sz="2400" i="1" dirty="0" err="1">
                <a:solidFill>
                  <a:schemeClr val="tx1"/>
                </a:solidFill>
              </a:rPr>
              <a:t>openssl</a:t>
            </a:r>
            <a:r>
              <a:rPr lang="en" sz="2400" i="1" dirty="0">
                <a:solidFill>
                  <a:schemeClr val="tx1"/>
                </a:solidFill>
              </a:rPr>
              <a:t> </a:t>
            </a:r>
            <a:r>
              <a:rPr lang="en" sz="2400" i="1" dirty="0" err="1">
                <a:solidFill>
                  <a:schemeClr val="tx1"/>
                </a:solidFill>
              </a:rPr>
              <a:t>pkeyutl</a:t>
            </a:r>
            <a:r>
              <a:rPr lang="en" sz="2400" i="1" dirty="0">
                <a:solidFill>
                  <a:schemeClr val="tx1"/>
                </a:solidFill>
              </a:rPr>
              <a:t> -encrypt -</a:t>
            </a:r>
            <a:r>
              <a:rPr lang="en" sz="2400" i="1" dirty="0" err="1">
                <a:solidFill>
                  <a:schemeClr val="tx1"/>
                </a:solidFill>
              </a:rPr>
              <a:t>pubin</a:t>
            </a:r>
            <a:r>
              <a:rPr lang="en" sz="2400" i="1" dirty="0">
                <a:solidFill>
                  <a:schemeClr val="tx1"/>
                </a:solidFill>
              </a:rPr>
              <a:t> -</a:t>
            </a:r>
            <a:r>
              <a:rPr lang="en" sz="2400" i="1" dirty="0" err="1">
                <a:solidFill>
                  <a:schemeClr val="tx1"/>
                </a:solidFill>
              </a:rPr>
              <a:t>inkey</a:t>
            </a:r>
            <a:r>
              <a:rPr lang="en" sz="2400" i="1" dirty="0">
                <a:solidFill>
                  <a:schemeClr val="tx1"/>
                </a:solidFill>
              </a:rPr>
              <a:t> </a:t>
            </a:r>
            <a:r>
              <a:rPr lang="en" sz="2400" i="1" dirty="0" err="1">
                <a:solidFill>
                  <a:schemeClr val="tx1"/>
                </a:solidFill>
              </a:rPr>
              <a:t>alice-</a:t>
            </a:r>
            <a:r>
              <a:rPr lang="en" sz="2400" i="1" dirty="0" err="1">
                <a:solidFill>
                  <a:srgbClr val="FF00FF"/>
                </a:solidFill>
              </a:rPr>
              <a:t>publickey.pem</a:t>
            </a:r>
            <a:r>
              <a:rPr lang="en" sz="2400" i="1" dirty="0">
                <a:solidFill>
                  <a:schemeClr val="tx1"/>
                </a:solidFill>
              </a:rPr>
              <a:t> -in</a:t>
            </a:r>
            <a:r>
              <a:rPr lang="en" sz="2400" i="1" dirty="0">
                <a:solidFill>
                  <a:schemeClr val="dk1"/>
                </a:solidFill>
              </a:rPr>
              <a:t> </a:t>
            </a:r>
            <a:r>
              <a:rPr lang="en" sz="2400" i="1" dirty="0">
                <a:solidFill>
                  <a:srgbClr val="FFC000"/>
                </a:solidFill>
              </a:rPr>
              <a:t>password.txt</a:t>
            </a:r>
            <a:r>
              <a:rPr lang="en" sz="2400" i="1" dirty="0">
                <a:solidFill>
                  <a:schemeClr val="dk1"/>
                </a:solidFill>
              </a:rPr>
              <a:t> </a:t>
            </a:r>
            <a:r>
              <a:rPr lang="en" sz="2400" i="1" dirty="0">
                <a:solidFill>
                  <a:schemeClr val="tx1"/>
                </a:solidFill>
              </a:rPr>
              <a:t>-out </a:t>
            </a:r>
            <a:r>
              <a:rPr lang="en" sz="2400" b="1" i="1" dirty="0" err="1">
                <a:solidFill>
                  <a:schemeClr val="accent5"/>
                </a:solidFill>
              </a:rPr>
              <a:t>password.txt.rsa.enc</a:t>
            </a:r>
            <a:endParaRPr sz="2400" i="1" dirty="0" err="1">
              <a:solidFill>
                <a:schemeClr val="accent5"/>
              </a:solidFill>
            </a:endParaRPr>
          </a:p>
        </p:txBody>
      </p:sp>
      <p:sp>
        <p:nvSpPr>
          <p:cNvPr id="101" name="Google Shape;101;p20"/>
          <p:cNvSpPr txBox="1"/>
          <p:nvPr/>
        </p:nvSpPr>
        <p:spPr>
          <a:xfrm>
            <a:off x="480900" y="244800"/>
            <a:ext cx="81822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Encryption 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76650" y="694345"/>
            <a:ext cx="8990700" cy="4454014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800" dirty="0">
                <a:solidFill>
                  <a:schemeClr val="tx1"/>
                </a:solidFill>
              </a:rPr>
              <a:t>#copy the files to ALICE#</a:t>
            </a:r>
            <a:r>
              <a:rPr lang="en" sz="1800" i="1" dirty="0">
                <a:solidFill>
                  <a:schemeClr val="tx1"/>
                </a:solidFill>
              </a:rPr>
              <a:t> cp </a:t>
            </a:r>
            <a:r>
              <a:rPr lang="en" sz="1800" i="1" err="1">
                <a:solidFill>
                  <a:schemeClr val="tx1"/>
                </a:solidFill>
              </a:rPr>
              <a:t>password.txt.rsa.enc</a:t>
            </a:r>
            <a:r>
              <a:rPr lang="en" sz="1800" i="1" dirty="0">
                <a:solidFill>
                  <a:schemeClr val="tx1"/>
                </a:solidFill>
              </a:rPr>
              <a:t> bob-sign.txt.sha256 </a:t>
            </a:r>
            <a:r>
              <a:rPr lang="en" sz="1800" i="1" err="1">
                <a:solidFill>
                  <a:schemeClr val="tx1"/>
                </a:solidFill>
              </a:rPr>
              <a:t>myfile.txt.aes.enc</a:t>
            </a:r>
            <a:r>
              <a:rPr lang="en" sz="1800" i="1" dirty="0">
                <a:solidFill>
                  <a:schemeClr val="tx1"/>
                </a:solidFill>
              </a:rPr>
              <a:t> ../</a:t>
            </a:r>
            <a:r>
              <a:rPr lang="en" sz="1800" i="1" err="1">
                <a:solidFill>
                  <a:schemeClr val="tx1"/>
                </a:solidFill>
              </a:rPr>
              <a:t>alice</a:t>
            </a:r>
            <a:r>
              <a:rPr lang="en" sz="1800" i="1" dirty="0">
                <a:solidFill>
                  <a:schemeClr val="tx1"/>
                </a:solidFill>
              </a:rPr>
              <a:t>/</a:t>
            </a:r>
          </a:p>
          <a:p>
            <a:endParaRPr lang="en" sz="1800" i="1" dirty="0">
              <a:solidFill>
                <a:schemeClr val="tx1"/>
              </a:solidFill>
            </a:endParaRPr>
          </a:p>
          <a:p>
            <a:r>
              <a:rPr lang="en" sz="1800" dirty="0">
                <a:solidFill>
                  <a:schemeClr val="dk1"/>
                </a:solidFill>
              </a:rPr>
              <a:t> </a:t>
            </a:r>
            <a:r>
              <a:rPr lang="en" sz="1800" dirty="0">
                <a:solidFill>
                  <a:schemeClr val="tx1"/>
                </a:solidFill>
              </a:rPr>
              <a:t>#Decrypt </a:t>
            </a:r>
            <a:r>
              <a:rPr lang="en" sz="1800" dirty="0" err="1">
                <a:solidFill>
                  <a:schemeClr val="tx1"/>
                </a:solidFill>
              </a:rPr>
              <a:t>password.txt.rsa.enc</a:t>
            </a:r>
            <a:r>
              <a:rPr lang="en" sz="1800" dirty="0">
                <a:solidFill>
                  <a:schemeClr val="tx1"/>
                </a:solidFill>
              </a:rPr>
              <a:t> with your </a:t>
            </a:r>
            <a:r>
              <a:rPr lang="en" sz="1800" b="1" dirty="0">
                <a:solidFill>
                  <a:schemeClr val="tx1"/>
                </a:solidFill>
              </a:rPr>
              <a:t>private key (</a:t>
            </a:r>
            <a:r>
              <a:rPr lang="en" sz="1800" b="1" dirty="0" err="1">
                <a:solidFill>
                  <a:schemeClr val="tx1"/>
                </a:solidFill>
              </a:rPr>
              <a:t>alice-</a:t>
            </a:r>
            <a:r>
              <a:rPr lang="en" sz="1800" b="1" dirty="0" err="1">
                <a:solidFill>
                  <a:srgbClr val="FF0000"/>
                </a:solidFill>
              </a:rPr>
              <a:t>id_rsa</a:t>
            </a:r>
            <a:r>
              <a:rPr lang="en" sz="1800" b="1" dirty="0">
                <a:solidFill>
                  <a:schemeClr val="tx1"/>
                </a:solidFill>
              </a:rPr>
              <a:t>)</a:t>
            </a:r>
            <a:endParaRPr sz="1800" b="1">
              <a:solidFill>
                <a:schemeClr val="tx1"/>
              </a:solidFill>
            </a:endParaRPr>
          </a:p>
          <a:p>
            <a:r>
              <a:rPr lang="en" sz="1800" i="1" dirty="0">
                <a:solidFill>
                  <a:schemeClr val="dk1"/>
                </a:solidFill>
              </a:rPr>
              <a:t> </a:t>
            </a:r>
            <a:r>
              <a:rPr lang="en" sz="1800" i="1" dirty="0" err="1">
                <a:solidFill>
                  <a:schemeClr val="tx1"/>
                </a:solidFill>
              </a:rPr>
              <a:t>openssl</a:t>
            </a:r>
            <a:r>
              <a:rPr lang="en" sz="1800" i="1" dirty="0">
                <a:solidFill>
                  <a:schemeClr val="tx1"/>
                </a:solidFill>
              </a:rPr>
              <a:t> </a:t>
            </a:r>
            <a:r>
              <a:rPr lang="en" sz="1800" i="1" dirty="0" err="1">
                <a:solidFill>
                  <a:schemeClr val="tx1"/>
                </a:solidFill>
              </a:rPr>
              <a:t>pkeyutl</a:t>
            </a:r>
            <a:r>
              <a:rPr lang="en" sz="1800" i="1" dirty="0">
                <a:solidFill>
                  <a:schemeClr val="tx1"/>
                </a:solidFill>
              </a:rPr>
              <a:t> -decrypt -</a:t>
            </a:r>
            <a:r>
              <a:rPr lang="en" sz="1800" i="1" dirty="0" err="1">
                <a:solidFill>
                  <a:schemeClr val="tx1"/>
                </a:solidFill>
              </a:rPr>
              <a:t>inkey</a:t>
            </a:r>
            <a:r>
              <a:rPr lang="en" sz="1800" i="1" dirty="0">
                <a:solidFill>
                  <a:schemeClr val="dk1"/>
                </a:solidFill>
              </a:rPr>
              <a:t>  </a:t>
            </a:r>
            <a:r>
              <a:rPr lang="en" sz="1800" i="1" dirty="0" err="1">
                <a:solidFill>
                  <a:schemeClr val="tx1"/>
                </a:solidFill>
              </a:rPr>
              <a:t>alice-</a:t>
            </a:r>
            <a:r>
              <a:rPr lang="en" sz="1800" b="1" i="1" dirty="0" err="1">
                <a:solidFill>
                  <a:srgbClr val="FF0000"/>
                </a:solidFill>
              </a:rPr>
              <a:t>id_rsa</a:t>
            </a:r>
            <a:r>
              <a:rPr lang="en" sz="1800" i="1" dirty="0">
                <a:solidFill>
                  <a:schemeClr val="tx1"/>
                </a:solidFill>
              </a:rPr>
              <a:t> -in</a:t>
            </a:r>
            <a:r>
              <a:rPr lang="en" sz="1800" i="1" dirty="0">
                <a:solidFill>
                  <a:schemeClr val="dk1"/>
                </a:solidFill>
              </a:rPr>
              <a:t> </a:t>
            </a:r>
            <a:r>
              <a:rPr lang="en" sz="1800" b="1" i="1" dirty="0" err="1">
                <a:solidFill>
                  <a:schemeClr val="accent5"/>
                </a:solidFill>
              </a:rPr>
              <a:t>password.txt.rsa.enc</a:t>
            </a:r>
            <a:r>
              <a:rPr lang="en" sz="1800" i="1" dirty="0">
                <a:solidFill>
                  <a:schemeClr val="dk1"/>
                </a:solidFill>
              </a:rPr>
              <a:t> </a:t>
            </a:r>
            <a:r>
              <a:rPr lang="en" sz="1800" i="1" dirty="0">
                <a:solidFill>
                  <a:schemeClr val="tx1"/>
                </a:solidFill>
              </a:rPr>
              <a:t>-out</a:t>
            </a:r>
            <a:r>
              <a:rPr lang="en" sz="1800" i="1" dirty="0">
                <a:solidFill>
                  <a:schemeClr val="dk1"/>
                </a:solidFill>
              </a:rPr>
              <a:t> </a:t>
            </a:r>
            <a:r>
              <a:rPr lang="en" sz="1800" b="1" i="1" dirty="0" err="1">
                <a:solidFill>
                  <a:srgbClr val="CC0000"/>
                </a:solidFill>
              </a:rPr>
              <a:t>password.txt.decrypted</a:t>
            </a:r>
            <a:endParaRPr sz="1800" b="1" i="1" dirty="0" err="1">
              <a:solidFill>
                <a:srgbClr val="CC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dirty="0">
                <a:solidFill>
                  <a:schemeClr val="tx1"/>
                </a:solidFill>
              </a:rPr>
              <a:t>#Use password-decrypted to decrypt </a:t>
            </a:r>
            <a:r>
              <a:rPr lang="en" sz="2400" i="1" dirty="0">
                <a:solidFill>
                  <a:srgbClr val="00FFFF"/>
                </a:solidFill>
              </a:rPr>
              <a:t>myfile.txt</a:t>
            </a:r>
            <a:endParaRPr sz="1800" dirty="0">
              <a:solidFill>
                <a:schemeClr val="dk1"/>
              </a:solidFill>
            </a:endParaRPr>
          </a:p>
          <a:p>
            <a:r>
              <a:rPr lang="en" sz="1800" i="1" err="1">
                <a:solidFill>
                  <a:schemeClr val="tx1"/>
                </a:solidFill>
              </a:rPr>
              <a:t>openssl</a:t>
            </a:r>
            <a:r>
              <a:rPr lang="en" sz="1800" i="1" dirty="0">
                <a:solidFill>
                  <a:schemeClr val="tx1"/>
                </a:solidFill>
              </a:rPr>
              <a:t> enc -md sha256 –pbkdf2 -aes-256-ctr -d -in </a:t>
            </a:r>
            <a:r>
              <a:rPr lang="en" sz="1800" i="1" err="1">
                <a:solidFill>
                  <a:srgbClr val="0000FF"/>
                </a:solidFill>
              </a:rPr>
              <a:t>myfile.txt.aes.enc</a:t>
            </a:r>
            <a:r>
              <a:rPr lang="en" sz="1800" i="1" dirty="0">
                <a:solidFill>
                  <a:schemeClr val="tx1"/>
                </a:solidFill>
              </a:rPr>
              <a:t> -out</a:t>
            </a:r>
            <a:r>
              <a:rPr lang="en" sz="1800" i="1" dirty="0">
                <a:solidFill>
                  <a:schemeClr val="dk1"/>
                </a:solidFill>
              </a:rPr>
              <a:t> </a:t>
            </a:r>
            <a:r>
              <a:rPr lang="en" sz="1800" i="1" err="1">
                <a:solidFill>
                  <a:srgbClr val="00FF00"/>
                </a:solidFill>
              </a:rPr>
              <a:t>myfile.txt.</a:t>
            </a:r>
            <a:r>
              <a:rPr lang="en" sz="1800" i="1" err="1">
                <a:solidFill>
                  <a:schemeClr val="tx1"/>
                </a:solidFill>
              </a:rPr>
              <a:t>decrypted</a:t>
            </a:r>
            <a:r>
              <a:rPr lang="en" sz="1800" i="1" dirty="0">
                <a:solidFill>
                  <a:schemeClr val="tx1"/>
                </a:solidFill>
              </a:rPr>
              <a:t> -pass file:./</a:t>
            </a:r>
            <a:r>
              <a:rPr lang="en" sz="1800" i="1" err="1">
                <a:solidFill>
                  <a:srgbClr val="CC0000"/>
                </a:solidFill>
              </a:rPr>
              <a:t>password.txt.decrypted</a:t>
            </a:r>
            <a:endParaRPr sz="1800" i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dirty="0">
                <a:solidFill>
                  <a:schemeClr val="tx1"/>
                </a:solidFill>
              </a:rPr>
              <a:t>#Now Verify the file with the SENDERs public key</a:t>
            </a:r>
            <a:endParaRPr sz="18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 </a:t>
            </a:r>
            <a:r>
              <a:rPr lang="en" sz="1800" i="1" dirty="0">
                <a:solidFill>
                  <a:schemeClr val="dk1"/>
                </a:solidFill>
              </a:rPr>
              <a:t> </a:t>
            </a:r>
            <a:r>
              <a:rPr lang="en" sz="1800" i="1" dirty="0" err="1">
                <a:solidFill>
                  <a:schemeClr val="tx1"/>
                </a:solidFill>
              </a:rPr>
              <a:t>openssl</a:t>
            </a:r>
            <a:r>
              <a:rPr lang="en" sz="1800" i="1" dirty="0">
                <a:solidFill>
                  <a:schemeClr val="tx1"/>
                </a:solidFill>
              </a:rPr>
              <a:t> </a:t>
            </a:r>
            <a:r>
              <a:rPr lang="en" sz="1800" i="1" dirty="0" err="1">
                <a:solidFill>
                  <a:schemeClr val="tx1"/>
                </a:solidFill>
              </a:rPr>
              <a:t>dgst</a:t>
            </a:r>
            <a:r>
              <a:rPr lang="en" sz="1800" i="1" dirty="0">
                <a:solidFill>
                  <a:schemeClr val="tx1"/>
                </a:solidFill>
              </a:rPr>
              <a:t> -sha256 -verify bob-</a:t>
            </a:r>
            <a:r>
              <a:rPr lang="en" sz="1800" i="1" dirty="0" err="1">
                <a:solidFill>
                  <a:srgbClr val="FF00FF"/>
                </a:solidFill>
              </a:rPr>
              <a:t>publickey.pem</a:t>
            </a:r>
            <a:r>
              <a:rPr lang="en" sz="1800" i="1" dirty="0">
                <a:solidFill>
                  <a:schemeClr val="tx1"/>
                </a:solidFill>
              </a:rPr>
              <a:t> -signature bob-</a:t>
            </a:r>
            <a:r>
              <a:rPr lang="en" sz="1800" i="1" dirty="0">
                <a:solidFill>
                  <a:srgbClr val="9900FF"/>
                </a:solidFill>
              </a:rPr>
              <a:t>sign.txt.sha256 </a:t>
            </a:r>
            <a:r>
              <a:rPr lang="en" sz="1800" b="1" i="1" dirty="0" err="1">
                <a:solidFill>
                  <a:srgbClr val="00FFFF"/>
                </a:solidFill>
              </a:rPr>
              <a:t>myfile.txt.decrypted</a:t>
            </a:r>
            <a:endParaRPr sz="1800" b="1" i="1" dirty="0" err="1">
              <a:solidFill>
                <a:srgbClr val="00FFFF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480900" y="244800"/>
            <a:ext cx="81822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Decryption (Asymmetric)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PortalVTI</vt:lpstr>
      <vt:lpstr>Ciphers and Encryption</vt:lpstr>
      <vt:lpstr>HASH</vt:lpstr>
      <vt:lpstr>SALT’ed Encryption</vt:lpstr>
      <vt:lpstr>Caesar  Cipher</vt:lpstr>
      <vt:lpstr>Symmetric</vt:lpstr>
      <vt:lpstr>Asymmetric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165</cp:revision>
  <dcterms:modified xsi:type="dcterms:W3CDTF">2025-10-27T14:38:09Z</dcterms:modified>
</cp:coreProperties>
</file>